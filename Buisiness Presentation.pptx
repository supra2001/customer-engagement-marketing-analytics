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89" autoAdjust="0"/>
    <p:restoredTop sz="96236" autoAdjust="0"/>
  </p:normalViewPr>
  <p:slideViewPr>
    <p:cSldViewPr snapToGrid="0">
      <p:cViewPr varScale="1">
        <p:scale>
          <a:sx n="102" d="100"/>
          <a:sy n="102" d="100"/>
        </p:scale>
        <p:origin x="66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222E2125-EB2D-4716-8AE2-6679A50160D7}"/>
    <pc:docChg chg="undo custSel addSld delSld modSld sldOrd">
      <pc:chgData name="Ali Ahmad" userId="d3510f94-5988-4c3a-9ef9-f2f99b91dc31" providerId="ADAL" clId="{222E2125-EB2D-4716-8AE2-6679A50160D7}" dt="2024-09-04T07:45:05.364" v="1498" actId="1076"/>
      <pc:docMkLst>
        <pc:docMk/>
      </pc:docMkLst>
      <pc:sldChg chg="modSp new mod">
        <pc:chgData name="Ali Ahmad" userId="d3510f94-5988-4c3a-9ef9-f2f99b91dc31" providerId="ADAL" clId="{222E2125-EB2D-4716-8AE2-6679A50160D7}" dt="2024-09-03T16:37:36.908" v="1372" actId="20577"/>
        <pc:sldMkLst>
          <pc:docMk/>
          <pc:sldMk cId="542270636" sldId="256"/>
        </pc:sldMkLst>
        <pc:spChg chg="mod">
          <ac:chgData name="Ali Ahmad" userId="d3510f94-5988-4c3a-9ef9-f2f99b91dc31" providerId="ADAL" clId="{222E2125-EB2D-4716-8AE2-6679A50160D7}" dt="2024-09-03T15:18:09.861" v="60"/>
          <ac:spMkLst>
            <pc:docMk/>
            <pc:sldMk cId="542270636" sldId="256"/>
            <ac:spMk id="2" creationId="{A193D5CC-2FCA-6593-9BCE-672700C84C63}"/>
          </ac:spMkLst>
        </pc:spChg>
        <pc:spChg chg="mod">
          <ac:chgData name="Ali Ahmad" userId="d3510f94-5988-4c3a-9ef9-f2f99b91dc31" providerId="ADAL" clId="{222E2125-EB2D-4716-8AE2-6679A50160D7}" dt="2024-09-03T16:37:36.908" v="1372" actId="20577"/>
          <ac:spMkLst>
            <pc:docMk/>
            <pc:sldMk cId="542270636" sldId="256"/>
            <ac:spMk id="3" creationId="{F3978D01-91D1-9F24-CCFC-EB29E23342F8}"/>
          </ac:spMkLst>
        </pc:spChg>
      </pc:sldChg>
      <pc:sldChg chg="addSp delSp modSp new mod modClrScheme chgLayout">
        <pc:chgData name="Ali Ahmad" userId="d3510f94-5988-4c3a-9ef9-f2f99b91dc31" providerId="ADAL" clId="{222E2125-EB2D-4716-8AE2-6679A50160D7}" dt="2024-09-04T07:41:01.756" v="1492" actId="27636"/>
        <pc:sldMkLst>
          <pc:docMk/>
          <pc:sldMk cId="2515083719" sldId="257"/>
        </pc:sldMkLst>
        <pc:spChg chg="del mod ord">
          <ac:chgData name="Ali Ahmad" userId="d3510f94-5988-4c3a-9ef9-f2f99b91dc31" providerId="ADAL" clId="{222E2125-EB2D-4716-8AE2-6679A50160D7}" dt="2024-09-03T15:18:13.844" v="61" actId="700"/>
          <ac:spMkLst>
            <pc:docMk/>
            <pc:sldMk cId="2515083719" sldId="257"/>
            <ac:spMk id="2" creationId="{7A393D28-80C5-2EA3-AB47-7C2547243E14}"/>
          </ac:spMkLst>
        </pc:spChg>
        <pc:spChg chg="del mod ord">
          <ac:chgData name="Ali Ahmad" userId="d3510f94-5988-4c3a-9ef9-f2f99b91dc31" providerId="ADAL" clId="{222E2125-EB2D-4716-8AE2-6679A50160D7}" dt="2024-09-03T15:18:13.844" v="61" actId="700"/>
          <ac:spMkLst>
            <pc:docMk/>
            <pc:sldMk cId="2515083719" sldId="257"/>
            <ac:spMk id="3" creationId="{76C4CED6-6EB1-E0A7-D00F-4C229F9B425D}"/>
          </ac:spMkLst>
        </pc:spChg>
        <pc:spChg chg="add mod ord">
          <ac:chgData name="Ali Ahmad" userId="d3510f94-5988-4c3a-9ef9-f2f99b91dc31" providerId="ADAL" clId="{222E2125-EB2D-4716-8AE2-6679A50160D7}" dt="2024-09-03T15:18:24.578" v="72" actId="700"/>
          <ac:spMkLst>
            <pc:docMk/>
            <pc:sldMk cId="2515083719" sldId="257"/>
            <ac:spMk id="4" creationId="{E14306C0-546A-60F1-F05E-BED638FBB9EB}"/>
          </ac:spMkLst>
        </pc:spChg>
        <pc:spChg chg="add del mod ord">
          <ac:chgData name="Ali Ahmad" userId="d3510f94-5988-4c3a-9ef9-f2f99b91dc31" providerId="ADAL" clId="{222E2125-EB2D-4716-8AE2-6679A50160D7}" dt="2024-09-03T15:18:24.578" v="72" actId="700"/>
          <ac:spMkLst>
            <pc:docMk/>
            <pc:sldMk cId="2515083719" sldId="257"/>
            <ac:spMk id="5" creationId="{FCD3770C-77AD-7DC6-979D-30BB4E126742}"/>
          </ac:spMkLst>
        </pc:spChg>
        <pc:spChg chg="add mod ord">
          <ac:chgData name="Ali Ahmad" userId="d3510f94-5988-4c3a-9ef9-f2f99b91dc31" providerId="ADAL" clId="{222E2125-EB2D-4716-8AE2-6679A50160D7}" dt="2024-09-04T07:41:01.756" v="1492" actId="27636"/>
          <ac:spMkLst>
            <pc:docMk/>
            <pc:sldMk cId="2515083719" sldId="257"/>
            <ac:spMk id="6" creationId="{63336F16-91A5-5CAF-84F3-64F6D6DE9D0D}"/>
          </ac:spMkLst>
        </pc:spChg>
        <pc:spChg chg="add del mod ord">
          <ac:chgData name="Ali Ahmad" userId="d3510f94-5988-4c3a-9ef9-f2f99b91dc31" providerId="ADAL" clId="{222E2125-EB2D-4716-8AE2-6679A50160D7}" dt="2024-09-03T16:02:44.317" v="326" actId="478"/>
          <ac:spMkLst>
            <pc:docMk/>
            <pc:sldMk cId="2515083719" sldId="257"/>
            <ac:spMk id="7" creationId="{EE07C867-FC63-18CC-2DA3-6A428F4DC2EF}"/>
          </ac:spMkLst>
        </pc:spChg>
        <pc:spChg chg="add mod">
          <ac:chgData name="Ali Ahmad" userId="d3510f94-5988-4c3a-9ef9-f2f99b91dc31" providerId="ADAL" clId="{222E2125-EB2D-4716-8AE2-6679A50160D7}" dt="2024-09-03T16:04:18.222" v="344" actId="1582"/>
          <ac:spMkLst>
            <pc:docMk/>
            <pc:sldMk cId="2515083719" sldId="257"/>
            <ac:spMk id="13" creationId="{DB459B85-8FF8-3F68-F083-4F22D9FF99A0}"/>
          </ac:spMkLst>
        </pc:spChg>
        <pc:spChg chg="add mod">
          <ac:chgData name="Ali Ahmad" userId="d3510f94-5988-4c3a-9ef9-f2f99b91dc31" providerId="ADAL" clId="{222E2125-EB2D-4716-8AE2-6679A50160D7}" dt="2024-09-03T16:04:44.532" v="348" actId="1582"/>
          <ac:spMkLst>
            <pc:docMk/>
            <pc:sldMk cId="2515083719" sldId="257"/>
            <ac:spMk id="14" creationId="{622A03A8-9FE6-D649-8831-F488E4DEDF7E}"/>
          </ac:spMkLst>
        </pc:spChg>
        <pc:spChg chg="add">
          <ac:chgData name="Ali Ahmad" userId="d3510f94-5988-4c3a-9ef9-f2f99b91dc31" providerId="ADAL" clId="{222E2125-EB2D-4716-8AE2-6679A50160D7}" dt="2024-09-03T16:13:31.555" v="952"/>
          <ac:spMkLst>
            <pc:docMk/>
            <pc:sldMk cId="2515083719" sldId="257"/>
            <ac:spMk id="15" creationId="{295AA5A2-9F1E-9394-4498-BBF6697908B2}"/>
          </ac:spMkLst>
        </pc:spChg>
        <pc:picChg chg="add mod">
          <ac:chgData name="Ali Ahmad" userId="d3510f94-5988-4c3a-9ef9-f2f99b91dc31" providerId="ADAL" clId="{222E2125-EB2D-4716-8AE2-6679A50160D7}" dt="2024-09-03T16:02:57.567" v="333" actId="14100"/>
          <ac:picMkLst>
            <pc:docMk/>
            <pc:sldMk cId="2515083719" sldId="257"/>
            <ac:picMk id="9" creationId="{A4B5E61A-E8B6-7D8E-F737-6F1E0A482992}"/>
          </ac:picMkLst>
        </pc:picChg>
        <pc:cxnChg chg="add mod">
          <ac:chgData name="Ali Ahmad" userId="d3510f94-5988-4c3a-9ef9-f2f99b91dc31" providerId="ADAL" clId="{222E2125-EB2D-4716-8AE2-6679A50160D7}" dt="2024-09-03T16:03:44.742" v="340" actId="208"/>
          <ac:cxnSpMkLst>
            <pc:docMk/>
            <pc:sldMk cId="2515083719" sldId="257"/>
            <ac:cxnSpMk id="11" creationId="{EB0B3192-656E-0734-EE42-F4DBBB67D9E3}"/>
          </ac:cxnSpMkLst>
        </pc:cxnChg>
      </pc:sldChg>
      <pc:sldChg chg="addSp delSp modSp new del mod chgLayout">
        <pc:chgData name="Ali Ahmad" userId="d3510f94-5988-4c3a-9ef9-f2f99b91dc31" providerId="ADAL" clId="{222E2125-EB2D-4716-8AE2-6679A50160D7}" dt="2024-09-03T15:16:31.997" v="58" actId="47"/>
        <pc:sldMkLst>
          <pc:docMk/>
          <pc:sldMk cId="3522981326" sldId="257"/>
        </pc:sldMkLst>
        <pc:spChg chg="mod ord">
          <ac:chgData name="Ali Ahmad" userId="d3510f94-5988-4c3a-9ef9-f2f99b91dc31" providerId="ADAL" clId="{222E2125-EB2D-4716-8AE2-6679A50160D7}" dt="2024-09-03T15:16:28.679" v="57" actId="6264"/>
          <ac:spMkLst>
            <pc:docMk/>
            <pc:sldMk cId="3522981326" sldId="257"/>
            <ac:spMk id="2" creationId="{2B8E4871-5F06-CDF8-BA7B-91001F7DE42C}"/>
          </ac:spMkLst>
        </pc:spChg>
        <pc:spChg chg="del">
          <ac:chgData name="Ali Ahmad" userId="d3510f94-5988-4c3a-9ef9-f2f99b91dc31" providerId="ADAL" clId="{222E2125-EB2D-4716-8AE2-6679A50160D7}" dt="2024-09-03T15:16:28.679" v="57" actId="6264"/>
          <ac:spMkLst>
            <pc:docMk/>
            <pc:sldMk cId="3522981326" sldId="257"/>
            <ac:spMk id="3" creationId="{297281F5-03AD-3AB9-90FB-5A7B57F1C027}"/>
          </ac:spMkLst>
        </pc:spChg>
        <pc:spChg chg="add del mod">
          <ac:chgData name="Ali Ahmad" userId="d3510f94-5988-4c3a-9ef9-f2f99b91dc31" providerId="ADAL" clId="{222E2125-EB2D-4716-8AE2-6679A50160D7}" dt="2024-09-03T15:16:28.679" v="57" actId="6264"/>
          <ac:spMkLst>
            <pc:docMk/>
            <pc:sldMk cId="3522981326" sldId="257"/>
            <ac:spMk id="4" creationId="{942B70C4-0120-DCA4-F3EB-C7E2BADDF0DC}"/>
          </ac:spMkLst>
        </pc:spChg>
        <pc:spChg chg="add mod ord">
          <ac:chgData name="Ali Ahmad" userId="d3510f94-5988-4c3a-9ef9-f2f99b91dc31" providerId="ADAL" clId="{222E2125-EB2D-4716-8AE2-6679A50160D7}" dt="2024-09-03T15:16:28.679" v="57" actId="6264"/>
          <ac:spMkLst>
            <pc:docMk/>
            <pc:sldMk cId="3522981326" sldId="257"/>
            <ac:spMk id="5" creationId="{A3BC341F-F120-16F1-4132-DCA500ECB8BD}"/>
          </ac:spMkLst>
        </pc:spChg>
      </pc:sldChg>
      <pc:sldChg chg="addSp delSp modSp new mod">
        <pc:chgData name="Ali Ahmad" userId="d3510f94-5988-4c3a-9ef9-f2f99b91dc31" providerId="ADAL" clId="{222E2125-EB2D-4716-8AE2-6679A50160D7}" dt="2024-09-03T16:24:07.947" v="1149" actId="20577"/>
        <pc:sldMkLst>
          <pc:docMk/>
          <pc:sldMk cId="333086832" sldId="258"/>
        </pc:sldMkLst>
        <pc:spChg chg="mod">
          <ac:chgData name="Ali Ahmad" userId="d3510f94-5988-4c3a-9ef9-f2f99b91dc31" providerId="ADAL" clId="{222E2125-EB2D-4716-8AE2-6679A50160D7}" dt="2024-09-03T15:18:54.626" v="95" actId="113"/>
          <ac:spMkLst>
            <pc:docMk/>
            <pc:sldMk cId="333086832" sldId="258"/>
            <ac:spMk id="2" creationId="{FF441323-4EC6-EDBF-8B2F-91031692055C}"/>
          </ac:spMkLst>
        </pc:spChg>
        <pc:spChg chg="mod">
          <ac:chgData name="Ali Ahmad" userId="d3510f94-5988-4c3a-9ef9-f2f99b91dc31" providerId="ADAL" clId="{222E2125-EB2D-4716-8AE2-6679A50160D7}" dt="2024-09-03T16:24:07.947" v="1149" actId="20577"/>
          <ac:spMkLst>
            <pc:docMk/>
            <pc:sldMk cId="333086832" sldId="258"/>
            <ac:spMk id="3" creationId="{864EEEC7-BFE3-E8A1-062C-F7A682CE01AD}"/>
          </ac:spMkLst>
        </pc:spChg>
        <pc:spChg chg="del">
          <ac:chgData name="Ali Ahmad" userId="d3510f94-5988-4c3a-9ef9-f2f99b91dc31" providerId="ADAL" clId="{222E2125-EB2D-4716-8AE2-6679A50160D7}" dt="2024-09-03T16:21:35.306" v="1089" actId="478"/>
          <ac:spMkLst>
            <pc:docMk/>
            <pc:sldMk cId="333086832" sldId="258"/>
            <ac:spMk id="4" creationId="{21117778-FAB9-1335-5CF3-2233C4E4C342}"/>
          </ac:spMkLst>
        </pc:spChg>
        <pc:picChg chg="add mod">
          <ac:chgData name="Ali Ahmad" userId="d3510f94-5988-4c3a-9ef9-f2f99b91dc31" providerId="ADAL" clId="{222E2125-EB2D-4716-8AE2-6679A50160D7}" dt="2024-09-03T16:22:09.556" v="1099" actId="1076"/>
          <ac:picMkLst>
            <pc:docMk/>
            <pc:sldMk cId="333086832" sldId="258"/>
            <ac:picMk id="6" creationId="{AA51A6C3-8D7F-42D5-A580-31B5CCF978A2}"/>
          </ac:picMkLst>
        </pc:picChg>
        <pc:picChg chg="add mod">
          <ac:chgData name="Ali Ahmad" userId="d3510f94-5988-4c3a-9ef9-f2f99b91dc31" providerId="ADAL" clId="{222E2125-EB2D-4716-8AE2-6679A50160D7}" dt="2024-09-03T16:22:10.559" v="1100" actId="1076"/>
          <ac:picMkLst>
            <pc:docMk/>
            <pc:sldMk cId="333086832" sldId="258"/>
            <ac:picMk id="8" creationId="{E1183400-4357-3720-F656-7CDAD9955152}"/>
          </ac:picMkLst>
        </pc:picChg>
        <pc:cxnChg chg="add mod">
          <ac:chgData name="Ali Ahmad" userId="d3510f94-5988-4c3a-9ef9-f2f99b91dc31" providerId="ADAL" clId="{222E2125-EB2D-4716-8AE2-6679A50160D7}" dt="2024-09-03T16:23:53.021" v="1137" actId="1076"/>
          <ac:cxnSpMkLst>
            <pc:docMk/>
            <pc:sldMk cId="333086832" sldId="258"/>
            <ac:cxnSpMk id="9" creationId="{1F4F75BE-DDC1-8FDE-9EA6-5BAC6391EC05}"/>
          </ac:cxnSpMkLst>
        </pc:cxnChg>
      </pc:sldChg>
      <pc:sldChg chg="addSp delSp modSp new mod ord">
        <pc:chgData name="Ali Ahmad" userId="d3510f94-5988-4c3a-9ef9-f2f99b91dc31" providerId="ADAL" clId="{222E2125-EB2D-4716-8AE2-6679A50160D7}" dt="2024-09-04T07:45:05.364" v="1498" actId="1076"/>
        <pc:sldMkLst>
          <pc:docMk/>
          <pc:sldMk cId="1244894969" sldId="259"/>
        </pc:sldMkLst>
        <pc:spChg chg="mod">
          <ac:chgData name="Ali Ahmad" userId="d3510f94-5988-4c3a-9ef9-f2f99b91dc31" providerId="ADAL" clId="{222E2125-EB2D-4716-8AE2-6679A50160D7}" dt="2024-09-03T15:19:03.874" v="124" actId="20577"/>
          <ac:spMkLst>
            <pc:docMk/>
            <pc:sldMk cId="1244894969" sldId="259"/>
            <ac:spMk id="2" creationId="{1FE24B03-AA3A-063B-47A9-E6D9E66527A3}"/>
          </ac:spMkLst>
        </pc:spChg>
        <pc:spChg chg="mod">
          <ac:chgData name="Ali Ahmad" userId="d3510f94-5988-4c3a-9ef9-f2f99b91dc31" providerId="ADAL" clId="{222E2125-EB2D-4716-8AE2-6679A50160D7}" dt="2024-09-04T07:45:00.480" v="1497" actId="20577"/>
          <ac:spMkLst>
            <pc:docMk/>
            <pc:sldMk cId="1244894969" sldId="259"/>
            <ac:spMk id="3" creationId="{4F670CE0-1CA8-715A-00A3-F38DAB303988}"/>
          </ac:spMkLst>
        </pc:spChg>
        <pc:spChg chg="del">
          <ac:chgData name="Ali Ahmad" userId="d3510f94-5988-4c3a-9ef9-f2f99b91dc31" providerId="ADAL" clId="{222E2125-EB2D-4716-8AE2-6679A50160D7}" dt="2024-09-03T16:08:21.632" v="712" actId="478"/>
          <ac:spMkLst>
            <pc:docMk/>
            <pc:sldMk cId="1244894969" sldId="259"/>
            <ac:spMk id="4" creationId="{E1229AC5-28DB-D487-D28C-681D45C4F869}"/>
          </ac:spMkLst>
        </pc:spChg>
        <pc:spChg chg="add mod">
          <ac:chgData name="Ali Ahmad" userId="d3510f94-5988-4c3a-9ef9-f2f99b91dc31" providerId="ADAL" clId="{222E2125-EB2D-4716-8AE2-6679A50160D7}" dt="2024-09-04T07:45:05.364" v="1498" actId="1076"/>
          <ac:spMkLst>
            <pc:docMk/>
            <pc:sldMk cId="1244894969" sldId="259"/>
            <ac:spMk id="7" creationId="{9AE336E2-BFE9-301A-AFA2-2180EEC07102}"/>
          </ac:spMkLst>
        </pc:spChg>
        <pc:spChg chg="add mod">
          <ac:chgData name="Ali Ahmad" userId="d3510f94-5988-4c3a-9ef9-f2f99b91dc31" providerId="ADAL" clId="{222E2125-EB2D-4716-8AE2-6679A50160D7}" dt="2024-09-03T16:23:25.512" v="1135" actId="208"/>
          <ac:spMkLst>
            <pc:docMk/>
            <pc:sldMk cId="1244894969" sldId="259"/>
            <ac:spMk id="8" creationId="{2F76FB0A-6CB5-47EB-50C2-6A2B95E1B209}"/>
          </ac:spMkLst>
        </pc:spChg>
        <pc:picChg chg="add mod modCrop">
          <ac:chgData name="Ali Ahmad" userId="d3510f94-5988-4c3a-9ef9-f2f99b91dc31" providerId="ADAL" clId="{222E2125-EB2D-4716-8AE2-6679A50160D7}" dt="2024-09-03T16:18:57.251" v="1048" actId="14100"/>
          <ac:picMkLst>
            <pc:docMk/>
            <pc:sldMk cId="1244894969" sldId="259"/>
            <ac:picMk id="6" creationId="{A50E1FC3-538B-418A-C72B-4CCF4A773035}"/>
          </ac:picMkLst>
        </pc:picChg>
      </pc:sldChg>
      <pc:sldChg chg="modSp new del mod">
        <pc:chgData name="Ali Ahmad" userId="d3510f94-5988-4c3a-9ef9-f2f99b91dc31" providerId="ADAL" clId="{222E2125-EB2D-4716-8AE2-6679A50160D7}" dt="2024-09-03T16:06:58.227" v="711" actId="2696"/>
        <pc:sldMkLst>
          <pc:docMk/>
          <pc:sldMk cId="1239009992" sldId="260"/>
        </pc:sldMkLst>
        <pc:spChg chg="mod">
          <ac:chgData name="Ali Ahmad" userId="d3510f94-5988-4c3a-9ef9-f2f99b91dc31" providerId="ADAL" clId="{222E2125-EB2D-4716-8AE2-6679A50160D7}" dt="2024-09-03T15:19:13.315" v="154" actId="20577"/>
          <ac:spMkLst>
            <pc:docMk/>
            <pc:sldMk cId="1239009992" sldId="260"/>
            <ac:spMk id="2" creationId="{D7C28A1F-64A5-4C7A-A46C-4BA2B1EEA769}"/>
          </ac:spMkLst>
        </pc:spChg>
      </pc:sldChg>
      <pc:sldChg chg="addSp delSp modSp new mod">
        <pc:chgData name="Ali Ahmad" userId="d3510f94-5988-4c3a-9ef9-f2f99b91dc31" providerId="ADAL" clId="{222E2125-EB2D-4716-8AE2-6679A50160D7}" dt="2024-09-03T16:29:28.807" v="1193" actId="20577"/>
        <pc:sldMkLst>
          <pc:docMk/>
          <pc:sldMk cId="1008302173" sldId="261"/>
        </pc:sldMkLst>
        <pc:spChg chg="mod">
          <ac:chgData name="Ali Ahmad" userId="d3510f94-5988-4c3a-9ef9-f2f99b91dc31" providerId="ADAL" clId="{222E2125-EB2D-4716-8AE2-6679A50160D7}" dt="2024-09-03T15:19:21.270" v="181" actId="20577"/>
          <ac:spMkLst>
            <pc:docMk/>
            <pc:sldMk cId="1008302173" sldId="261"/>
            <ac:spMk id="2" creationId="{1F1EED45-DF7A-8484-AA42-BF4F3443B7AD}"/>
          </ac:spMkLst>
        </pc:spChg>
        <pc:spChg chg="mod">
          <ac:chgData name="Ali Ahmad" userId="d3510f94-5988-4c3a-9ef9-f2f99b91dc31" providerId="ADAL" clId="{222E2125-EB2D-4716-8AE2-6679A50160D7}" dt="2024-09-03T16:29:28.807" v="1193" actId="20577"/>
          <ac:spMkLst>
            <pc:docMk/>
            <pc:sldMk cId="1008302173" sldId="261"/>
            <ac:spMk id="3" creationId="{4071300D-C04A-F902-6B47-B80F46573FFC}"/>
          </ac:spMkLst>
        </pc:spChg>
        <pc:spChg chg="del">
          <ac:chgData name="Ali Ahmad" userId="d3510f94-5988-4c3a-9ef9-f2f99b91dc31" providerId="ADAL" clId="{222E2125-EB2D-4716-8AE2-6679A50160D7}" dt="2024-09-03T16:26:24.828" v="1150" actId="478"/>
          <ac:spMkLst>
            <pc:docMk/>
            <pc:sldMk cId="1008302173" sldId="261"/>
            <ac:spMk id="4" creationId="{74BF5279-F628-D54B-E742-AE5C61417D53}"/>
          </ac:spMkLst>
        </pc:spChg>
        <pc:picChg chg="add mod">
          <ac:chgData name="Ali Ahmad" userId="d3510f94-5988-4c3a-9ef9-f2f99b91dc31" providerId="ADAL" clId="{222E2125-EB2D-4716-8AE2-6679A50160D7}" dt="2024-09-03T16:27:30.108" v="1161" actId="1076"/>
          <ac:picMkLst>
            <pc:docMk/>
            <pc:sldMk cId="1008302173" sldId="261"/>
            <ac:picMk id="6" creationId="{6CED0410-4F2A-A9C9-D932-F9B967B23698}"/>
          </ac:picMkLst>
        </pc:picChg>
        <pc:picChg chg="add mod">
          <ac:chgData name="Ali Ahmad" userId="d3510f94-5988-4c3a-9ef9-f2f99b91dc31" providerId="ADAL" clId="{222E2125-EB2D-4716-8AE2-6679A50160D7}" dt="2024-09-03T16:27:33.699" v="1162" actId="1076"/>
          <ac:picMkLst>
            <pc:docMk/>
            <pc:sldMk cId="1008302173" sldId="261"/>
            <ac:picMk id="8" creationId="{8235AC8E-B5B5-1F1D-B78B-959EA72187AF}"/>
          </ac:picMkLst>
        </pc:picChg>
      </pc:sldChg>
      <pc:sldChg chg="addSp delSp modSp new mod modClrScheme chgLayout">
        <pc:chgData name="Ali Ahmad" userId="d3510f94-5988-4c3a-9ef9-f2f99b91dc31" providerId="ADAL" clId="{222E2125-EB2D-4716-8AE2-6679A50160D7}" dt="2024-09-03T16:35:07.273" v="1348" actId="27636"/>
        <pc:sldMkLst>
          <pc:docMk/>
          <pc:sldMk cId="75864475" sldId="262"/>
        </pc:sldMkLst>
        <pc:spChg chg="mod ord">
          <ac:chgData name="Ali Ahmad" userId="d3510f94-5988-4c3a-9ef9-f2f99b91dc31" providerId="ADAL" clId="{222E2125-EB2D-4716-8AE2-6679A50160D7}" dt="2024-09-03T16:34:04.728" v="1302" actId="700"/>
          <ac:spMkLst>
            <pc:docMk/>
            <pc:sldMk cId="75864475" sldId="262"/>
            <ac:spMk id="2" creationId="{891BB6A6-744C-74B5-068C-31DF311F2E42}"/>
          </ac:spMkLst>
        </pc:spChg>
        <pc:spChg chg="del mod ord">
          <ac:chgData name="Ali Ahmad" userId="d3510f94-5988-4c3a-9ef9-f2f99b91dc31" providerId="ADAL" clId="{222E2125-EB2D-4716-8AE2-6679A50160D7}" dt="2024-09-03T15:19:37.456" v="192" actId="700"/>
          <ac:spMkLst>
            <pc:docMk/>
            <pc:sldMk cId="75864475" sldId="262"/>
            <ac:spMk id="3" creationId="{E627562F-222F-3E4F-CE3D-8BF0ABBF1EA2}"/>
          </ac:spMkLst>
        </pc:spChg>
        <pc:spChg chg="del">
          <ac:chgData name="Ali Ahmad" userId="d3510f94-5988-4c3a-9ef9-f2f99b91dc31" providerId="ADAL" clId="{222E2125-EB2D-4716-8AE2-6679A50160D7}" dt="2024-09-03T15:19:37.456" v="192" actId="700"/>
          <ac:spMkLst>
            <pc:docMk/>
            <pc:sldMk cId="75864475" sldId="262"/>
            <ac:spMk id="4" creationId="{CDFB078A-4A14-BF1E-1991-0A7AE98B97C8}"/>
          </ac:spMkLst>
        </pc:spChg>
        <pc:spChg chg="add mod ord">
          <ac:chgData name="Ali Ahmad" userId="d3510f94-5988-4c3a-9ef9-f2f99b91dc31" providerId="ADAL" clId="{222E2125-EB2D-4716-8AE2-6679A50160D7}" dt="2024-09-03T16:35:07.273" v="1348" actId="27636"/>
          <ac:spMkLst>
            <pc:docMk/>
            <pc:sldMk cId="75864475" sldId="262"/>
            <ac:spMk id="5" creationId="{078AD1BC-ECB0-8FAC-B8AF-195F4DF85279}"/>
          </ac:spMkLst>
        </pc:spChg>
        <pc:spChg chg="add del mod ord">
          <ac:chgData name="Ali Ahmad" userId="d3510f94-5988-4c3a-9ef9-f2f99b91dc31" providerId="ADAL" clId="{222E2125-EB2D-4716-8AE2-6679A50160D7}" dt="2024-09-03T16:30:13.279" v="1194" actId="700"/>
          <ac:spMkLst>
            <pc:docMk/>
            <pc:sldMk cId="75864475" sldId="262"/>
            <ac:spMk id="6" creationId="{32AE3758-99C3-1D5E-341A-FA03621D51B6}"/>
          </ac:spMkLst>
        </pc:spChg>
        <pc:spChg chg="add mod ord">
          <ac:chgData name="Ali Ahmad" userId="d3510f94-5988-4c3a-9ef9-f2f99b91dc31" providerId="ADAL" clId="{222E2125-EB2D-4716-8AE2-6679A50160D7}" dt="2024-09-03T16:34:11.796" v="1317" actId="20577"/>
          <ac:spMkLst>
            <pc:docMk/>
            <pc:sldMk cId="75864475" sldId="262"/>
            <ac:spMk id="7" creationId="{6DB5C43B-E784-C9BD-AFBF-26FC1D8FD751}"/>
          </ac:spMkLst>
        </pc:spChg>
        <pc:spChg chg="add mod ord">
          <ac:chgData name="Ali Ahmad" userId="d3510f94-5988-4c3a-9ef9-f2f99b91dc31" providerId="ADAL" clId="{222E2125-EB2D-4716-8AE2-6679A50160D7}" dt="2024-09-03T16:34:57.656" v="1344" actId="20577"/>
          <ac:spMkLst>
            <pc:docMk/>
            <pc:sldMk cId="75864475" sldId="262"/>
            <ac:spMk id="8" creationId="{D493FBA5-1FCE-4950-5EC5-479C0DE4BFE7}"/>
          </ac:spMkLst>
        </pc:spChg>
        <pc:spChg chg="add mod ord">
          <ac:chgData name="Ali Ahmad" userId="d3510f94-5988-4c3a-9ef9-f2f99b91dc31" providerId="ADAL" clId="{222E2125-EB2D-4716-8AE2-6679A50160D7}" dt="2024-09-03T16:34:53.010" v="1337" actId="14100"/>
          <ac:spMkLst>
            <pc:docMk/>
            <pc:sldMk cId="75864475" sldId="262"/>
            <ac:spMk id="9" creationId="{8BB130CF-2DD1-4F93-32BF-851910EF2C22}"/>
          </ac:spMkLst>
        </pc:spChg>
      </pc:sldChg>
      <pc:sldMasterChg chg="addSldLayout">
        <pc:chgData name="Ali Ahmad" userId="d3510f94-5988-4c3a-9ef9-f2f99b91dc31" providerId="ADAL" clId="{222E2125-EB2D-4716-8AE2-6679A50160D7}" dt="2024-09-03T15:16:07.392" v="0" actId="680"/>
        <pc:sldMasterMkLst>
          <pc:docMk/>
          <pc:sldMasterMk cId="1224790544" sldId="2147483648"/>
        </pc:sldMasterMkLst>
        <pc:sldLayoutChg chg="add">
          <pc:chgData name="Ali Ahmad" userId="d3510f94-5988-4c3a-9ef9-f2f99b91dc31" providerId="ADAL" clId="{222E2125-EB2D-4716-8AE2-6679A50160D7}" dt="2024-09-03T15:16:07.392" v="0" actId="680"/>
          <pc:sldLayoutMkLst>
            <pc:docMk/>
            <pc:sldMasterMk cId="1224790544" sldId="2147483648"/>
            <pc:sldLayoutMk cId="3200753223"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6/11/2026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6/11/2026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6/11/2026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6/11/2026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lstStyle/>
          <a:p>
            <a:r>
              <a:rPr lang="en-US" dirty="0"/>
              <a:t>Data Presentation</a:t>
            </a:r>
            <a:endParaRPr lang="nb-NO" dirty="0"/>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p:txBody>
          <a:bodyPr/>
          <a:lstStyle/>
          <a:p>
            <a:r>
              <a:rPr lang="en-US" dirty="0"/>
              <a:t>Marketing Analytics </a:t>
            </a:r>
            <a:r>
              <a:rPr lang="en-US"/>
              <a:t>Portfolio Project</a:t>
            </a:r>
            <a:endParaRPr lang="nb-NO"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p:txBody>
          <a:bodyPr/>
          <a:lstStyle/>
          <a:p>
            <a:r>
              <a:rPr lang="nb-NO" dirty="0" err="1"/>
              <a:t>Overview</a:t>
            </a:r>
            <a:endParaRPr lang="nb-NO" dirty="0"/>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838200" y="1825625"/>
            <a:ext cx="3644423" cy="4351338"/>
          </a:xfrm>
        </p:spPr>
        <p:txBody>
          <a:bodyPr>
            <a:normAutofit fontScale="47500" lnSpcReduction="20000"/>
          </a:bodyPr>
          <a:lstStyle/>
          <a:p>
            <a:pPr>
              <a:lnSpc>
                <a:spcPct val="160000"/>
              </a:lnSpc>
            </a:pPr>
            <a:r>
              <a:rPr lang="en-US" sz="2000" b="1" dirty="0"/>
              <a:t>Decreased Conversion Rates: </a:t>
            </a:r>
            <a:r>
              <a:rPr lang="en-US" sz="2000" dirty="0"/>
              <a:t>The conversion rate demonstrated a strong rebound in December, reaching 12%, despite a notable dip to 9.0% in October.</a:t>
            </a:r>
          </a:p>
          <a:p>
            <a:pPr>
              <a:lnSpc>
                <a:spcPct val="160000"/>
              </a:lnSpc>
            </a:pPr>
            <a:r>
              <a:rPr lang="en-US" sz="2000" b="1" dirty="0"/>
              <a:t>Reduced Customer Engagement:</a:t>
            </a:r>
          </a:p>
          <a:p>
            <a:pPr lvl="1">
              <a:lnSpc>
                <a:spcPct val="160000"/>
              </a:lnSpc>
            </a:pPr>
            <a:r>
              <a:rPr lang="en-US" sz="2000" dirty="0"/>
              <a:t>There is a decline in overall social media engagement, with views dropping throughout the year.</a:t>
            </a:r>
          </a:p>
          <a:p>
            <a:pPr lvl="1">
              <a:lnSpc>
                <a:spcPct val="160000"/>
              </a:lnSpc>
            </a:pPr>
            <a:r>
              <a:rPr lang="en-US" sz="2000" dirty="0"/>
              <a:t>While clicks and likes are low compared to views, the click-through rate stands at 15%, meaning that engaged users are still interacting effectively.</a:t>
            </a:r>
          </a:p>
          <a:p>
            <a:pPr>
              <a:lnSpc>
                <a:spcPct val="160000"/>
              </a:lnSpc>
            </a:pPr>
            <a:r>
              <a:rPr lang="en-US" sz="2000" b="1" dirty="0"/>
              <a:t>Customer Feedback Analysis:</a:t>
            </a:r>
          </a:p>
          <a:p>
            <a:pPr lvl="1">
              <a:lnSpc>
                <a:spcPct val="160000"/>
              </a:lnSpc>
            </a:pPr>
            <a:r>
              <a:rPr lang="en-US" sz="2000" dirty="0"/>
              <a:t>Customer ratings have remained consistent, averaging around 3.7 throughout the year.</a:t>
            </a:r>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cxnSp>
        <p:nvCxnSpPr>
          <p:cNvPr id="11" name="Straight Arrow Connector 10">
            <a:extLst>
              <a:ext uri="{FF2B5EF4-FFF2-40B4-BE49-F238E27FC236}">
                <a16:creationId xmlns:a16="http://schemas.microsoft.com/office/drawing/2014/main" id="{EB0B3192-656E-0734-EE42-F4DBBB67D9E3}"/>
              </a:ext>
            </a:extLst>
          </p:cNvPr>
          <p:cNvCxnSpPr>
            <a:cxnSpLocks/>
          </p:cNvCxnSpPr>
          <p:nvPr/>
        </p:nvCxnSpPr>
        <p:spPr>
          <a:xfrm>
            <a:off x="10237155" y="342900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Rectangle 13">
            <a:extLst>
              <a:ext uri="{FF2B5EF4-FFF2-40B4-BE49-F238E27FC236}">
                <a16:creationId xmlns:a16="http://schemas.microsoft.com/office/drawing/2014/main" id="{622A03A8-9FE6-D649-8831-F488E4DEDF7E}"/>
              </a:ext>
            </a:extLst>
          </p:cNvPr>
          <p:cNvSpPr/>
          <p:nvPr/>
        </p:nvSpPr>
        <p:spPr>
          <a:xfrm>
            <a:off x="7177696" y="5142641"/>
            <a:ext cx="1485041" cy="8593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 name="Picture 2">
            <a:extLst>
              <a:ext uri="{FF2B5EF4-FFF2-40B4-BE49-F238E27FC236}">
                <a16:creationId xmlns:a16="http://schemas.microsoft.com/office/drawing/2014/main" id="{5CEC394D-9B73-927D-54B4-4563C333543B}"/>
              </a:ext>
            </a:extLst>
          </p:cNvPr>
          <p:cNvPicPr>
            <a:picLocks noChangeAspect="1"/>
          </p:cNvPicPr>
          <p:nvPr/>
        </p:nvPicPr>
        <p:blipFill>
          <a:blip r:embed="rId2">
            <a:extLst>
              <a:ext uri="{28A0092B-C50C-407E-A947-70E740481C1C}">
                <a14:useLocalDpi xmlns:a14="http://schemas.microsoft.com/office/drawing/2010/main" val="0"/>
              </a:ext>
            </a:extLst>
          </a:blip>
          <a:srcRect t="8622"/>
          <a:stretch>
            <a:fillRect/>
          </a:stretch>
        </p:blipFill>
        <p:spPr>
          <a:xfrm>
            <a:off x="4593519" y="1823140"/>
            <a:ext cx="7337522" cy="4351338"/>
          </a:xfrm>
          <a:prstGeom prst="rect">
            <a:avLst/>
          </a:prstGeom>
        </p:spPr>
      </p:pic>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dirty="0" err="1"/>
              <a:t>Decreased</a:t>
            </a:r>
            <a:r>
              <a:rPr lang="nb-NO" dirty="0"/>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p:txBody>
          <a:bodyPr>
            <a:normAutofit fontScale="40000" lnSpcReduction="20000"/>
          </a:bodyPr>
          <a:lstStyle/>
          <a:p>
            <a:pPr>
              <a:lnSpc>
                <a:spcPct val="170000"/>
              </a:lnSpc>
            </a:pPr>
            <a:r>
              <a:rPr lang="en-US" b="1" dirty="0"/>
              <a:t>General Conversion Trend:</a:t>
            </a:r>
          </a:p>
          <a:p>
            <a:pPr lvl="1">
              <a:lnSpc>
                <a:spcPct val="170000"/>
              </a:lnSpc>
            </a:pPr>
            <a:r>
              <a:rPr lang="en-US" dirty="0"/>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a:p>
            <a:pPr>
              <a:lnSpc>
                <a:spcPct val="170000"/>
              </a:lnSpc>
            </a:pPr>
            <a:r>
              <a:rPr lang="en-US" b="1" dirty="0"/>
              <a:t>Lowest Conversion Month:</a:t>
            </a:r>
          </a:p>
          <a:p>
            <a:pPr lvl="1">
              <a:lnSpc>
                <a:spcPct val="170000"/>
              </a:lnSpc>
            </a:pPr>
            <a:r>
              <a:rPr lang="en-US" dirty="0"/>
              <a:t>May experienced the lowest overall conversion rate at 4.3%, with no products standing out significantly in terms of conversion. This indicates a potential need to revisit marketing strategies or promotions during this period to boost performance.</a:t>
            </a:r>
          </a:p>
          <a:p>
            <a:pPr>
              <a:lnSpc>
                <a:spcPct val="170000"/>
              </a:lnSpc>
            </a:pPr>
            <a:r>
              <a:rPr lang="en-US" b="1" dirty="0"/>
              <a:t>Highest Conversion Rates:</a:t>
            </a:r>
          </a:p>
          <a:p>
            <a:pPr lvl="1">
              <a:lnSpc>
                <a:spcPct val="170000"/>
              </a:lnSpc>
            </a:pPr>
            <a:r>
              <a:rPr lang="en-US" dirty="0"/>
              <a:t>January recorded the highest overall conversion rate at 18.5%, driven significantly by the Ski Boots with a remarkable 150% conversion. This indicates a strong start to the year, likely fueled by seasonal demand and effective marketing strategies.</a:t>
            </a:r>
          </a:p>
        </p:txBody>
      </p:sp>
      <p:pic>
        <p:nvPicPr>
          <p:cNvPr id="6" name="Picture 5">
            <a:extLst>
              <a:ext uri="{FF2B5EF4-FFF2-40B4-BE49-F238E27FC236}">
                <a16:creationId xmlns:a16="http://schemas.microsoft.com/office/drawing/2014/main" id="{A50E1FC3-538B-418A-C72B-4CCF4A773035}"/>
              </a:ext>
            </a:extLst>
          </p:cNvPr>
          <p:cNvPicPr>
            <a:picLocks noChangeAspect="1"/>
          </p:cNvPicPr>
          <p:nvPr/>
        </p:nvPicPr>
        <p:blipFill rotWithShape="1">
          <a:blip r:embed="rId2"/>
          <a:srcRect r="8839" b="17075"/>
          <a:stretch/>
        </p:blipFill>
        <p:spPr>
          <a:xfrm>
            <a:off x="6172201" y="2455959"/>
            <a:ext cx="5696559" cy="3154193"/>
          </a:xfrm>
          <a:prstGeom prst="rect">
            <a:avLst/>
          </a:prstGeom>
        </p:spPr>
      </p:pic>
      <p:sp>
        <p:nvSpPr>
          <p:cNvPr id="7" name="Rectangle 6">
            <a:extLst>
              <a:ext uri="{FF2B5EF4-FFF2-40B4-BE49-F238E27FC236}">
                <a16:creationId xmlns:a16="http://schemas.microsoft.com/office/drawing/2014/main" id="{9AE336E2-BFE9-301A-AFA2-2180EEC07102}"/>
              </a:ext>
            </a:extLst>
          </p:cNvPr>
          <p:cNvSpPr/>
          <p:nvPr/>
        </p:nvSpPr>
        <p:spPr>
          <a:xfrm>
            <a:off x="8413664" y="2455958"/>
            <a:ext cx="398762" cy="32160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a:extLst>
              <a:ext uri="{FF2B5EF4-FFF2-40B4-BE49-F238E27FC236}">
                <a16:creationId xmlns:a16="http://schemas.microsoft.com/office/drawing/2014/main" id="{2F76FB0A-6CB5-47EB-50C2-6A2B95E1B209}"/>
              </a:ext>
            </a:extLst>
          </p:cNvPr>
          <p:cNvSpPr/>
          <p:nvPr/>
        </p:nvSpPr>
        <p:spPr>
          <a:xfrm>
            <a:off x="6919820" y="2455958"/>
            <a:ext cx="537412" cy="3216071"/>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p:txBody>
          <a:bodyPr>
            <a:normAutofit fontScale="55000" lnSpcReduction="20000"/>
          </a:bodyPr>
          <a:lstStyle/>
          <a:p>
            <a:pPr>
              <a:lnSpc>
                <a:spcPct val="170000"/>
              </a:lnSpc>
            </a:pPr>
            <a:r>
              <a:rPr lang="en-US" b="1" dirty="0"/>
              <a:t>Declining Views:</a:t>
            </a:r>
          </a:p>
          <a:p>
            <a:pPr lvl="1">
              <a:lnSpc>
                <a:spcPct val="170000"/>
              </a:lnSpc>
            </a:pPr>
            <a:r>
              <a:rPr lang="en-US" dirty="0"/>
              <a:t>Views peaked in February and July but declined from August and on, indicating reduced audience engagement in the later half of the year.</a:t>
            </a:r>
          </a:p>
          <a:p>
            <a:pPr>
              <a:lnSpc>
                <a:spcPct val="170000"/>
              </a:lnSpc>
            </a:pPr>
            <a:r>
              <a:rPr lang="en-US" b="1" dirty="0"/>
              <a:t>Low Interaction Rates:</a:t>
            </a:r>
          </a:p>
          <a:p>
            <a:pPr lvl="1">
              <a:lnSpc>
                <a:spcPct val="170000"/>
              </a:lnSpc>
            </a:pPr>
            <a:r>
              <a:rPr lang="en-US" dirty="0"/>
              <a:t>Clicks and likes remained consistently low compared to views, suggesting the need for more engaging content or stronger calls to action.</a:t>
            </a:r>
          </a:p>
          <a:p>
            <a:pPr>
              <a:lnSpc>
                <a:spcPct val="170000"/>
              </a:lnSpc>
            </a:pPr>
            <a:r>
              <a:rPr lang="en-US" b="1" dirty="0"/>
              <a:t>Content Type Performance:</a:t>
            </a:r>
          </a:p>
          <a:p>
            <a:pPr lvl="1">
              <a:lnSpc>
                <a:spcPct val="170000"/>
              </a:lnSpc>
            </a:pPr>
            <a:r>
              <a:rPr lang="en-US" dirty="0"/>
              <a:t>Blog content drove the most views, especially in April and July, while social media and video content maintained steady but slightly lower engagement.</a:t>
            </a:r>
            <a:endParaRPr lang="nb-NO" dirty="0"/>
          </a:p>
        </p:txBody>
      </p:sp>
      <p:pic>
        <p:nvPicPr>
          <p:cNvPr id="8" name="Picture 7">
            <a:extLst>
              <a:ext uri="{FF2B5EF4-FFF2-40B4-BE49-F238E27FC236}">
                <a16:creationId xmlns:a16="http://schemas.microsoft.com/office/drawing/2014/main" id="{E1183400-4357-3720-F656-7CDAD9955152}"/>
              </a:ext>
            </a:extLst>
          </p:cNvPr>
          <p:cNvPicPr>
            <a:picLocks noChangeAspect="1"/>
          </p:cNvPicPr>
          <p:nvPr/>
        </p:nvPicPr>
        <p:blipFill>
          <a:blip r:embed="rId2"/>
          <a:stretch>
            <a:fillRect/>
          </a:stretch>
        </p:blipFill>
        <p:spPr>
          <a:xfrm>
            <a:off x="6740384" y="4073521"/>
            <a:ext cx="3748506" cy="2312780"/>
          </a:xfrm>
          <a:prstGeom prst="rect">
            <a:avLst/>
          </a:prstGeom>
        </p:spPr>
      </p:pic>
      <p:pic>
        <p:nvPicPr>
          <p:cNvPr id="5" name="Picture 4">
            <a:extLst>
              <a:ext uri="{FF2B5EF4-FFF2-40B4-BE49-F238E27FC236}">
                <a16:creationId xmlns:a16="http://schemas.microsoft.com/office/drawing/2014/main" id="{7A9BA7F4-0B6C-22D8-C756-810386272429}"/>
              </a:ext>
            </a:extLst>
          </p:cNvPr>
          <p:cNvPicPr>
            <a:picLocks noChangeAspect="1"/>
          </p:cNvPicPr>
          <p:nvPr/>
        </p:nvPicPr>
        <p:blipFill>
          <a:blip r:embed="rId3">
            <a:extLst>
              <a:ext uri="{28A0092B-C50C-407E-A947-70E740481C1C}">
                <a14:useLocalDpi xmlns:a14="http://schemas.microsoft.com/office/drawing/2010/main" val="0"/>
              </a:ext>
            </a:extLst>
          </a:blip>
          <a:srcRect l="1320" t="-1224" r="1810" b="6208"/>
          <a:stretch>
            <a:fillRect/>
          </a:stretch>
        </p:blipFill>
        <p:spPr>
          <a:xfrm>
            <a:off x="6740384" y="1916483"/>
            <a:ext cx="3631167" cy="1791222"/>
          </a:xfrm>
          <a:prstGeom prst="rect">
            <a:avLst/>
          </a:prstGeom>
        </p:spPr>
      </p:pic>
      <p:cxnSp>
        <p:nvCxnSpPr>
          <p:cNvPr id="7" name="Straight Arrow Connector 6">
            <a:extLst>
              <a:ext uri="{FF2B5EF4-FFF2-40B4-BE49-F238E27FC236}">
                <a16:creationId xmlns:a16="http://schemas.microsoft.com/office/drawing/2014/main" id="{727D941D-40CF-C645-20F5-4893A0DBDC8F}"/>
              </a:ext>
            </a:extLst>
          </p:cNvPr>
          <p:cNvCxnSpPr>
            <a:cxnSpLocks/>
          </p:cNvCxnSpPr>
          <p:nvPr/>
        </p:nvCxnSpPr>
        <p:spPr>
          <a:xfrm>
            <a:off x="8555967" y="2228295"/>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dirty="0" err="1"/>
              <a:t>Customer</a:t>
            </a:r>
            <a:r>
              <a:rPr lang="nb-NO" dirty="0"/>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p:txBody>
          <a:bodyPr>
            <a:normAutofit fontScale="400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b="1" dirty="0"/>
              <a:t>Sentiment Analysis:</a:t>
            </a:r>
          </a:p>
          <a:p>
            <a:pPr lvl="1">
              <a:lnSpc>
                <a:spcPct val="170000"/>
              </a:lnSpc>
            </a:pPr>
            <a:r>
              <a:rPr lang="en-US" dirty="0"/>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6" name="Picture 5">
            <a:extLst>
              <a:ext uri="{FF2B5EF4-FFF2-40B4-BE49-F238E27FC236}">
                <a16:creationId xmlns:a16="http://schemas.microsoft.com/office/drawing/2014/main" id="{6CED0410-4F2A-A9C9-D932-F9B967B23698}"/>
              </a:ext>
            </a:extLst>
          </p:cNvPr>
          <p:cNvPicPr>
            <a:picLocks noChangeAspect="1"/>
          </p:cNvPicPr>
          <p:nvPr/>
        </p:nvPicPr>
        <p:blipFill>
          <a:blip r:embed="rId2"/>
          <a:stretch>
            <a:fillRect/>
          </a:stretch>
        </p:blipFill>
        <p:spPr>
          <a:xfrm>
            <a:off x="7298926" y="1792673"/>
            <a:ext cx="3035427" cy="2120733"/>
          </a:xfrm>
          <a:prstGeom prst="rect">
            <a:avLst/>
          </a:prstGeom>
        </p:spPr>
      </p:pic>
      <p:pic>
        <p:nvPicPr>
          <p:cNvPr id="8" name="Picture 7">
            <a:extLst>
              <a:ext uri="{FF2B5EF4-FFF2-40B4-BE49-F238E27FC236}">
                <a16:creationId xmlns:a16="http://schemas.microsoft.com/office/drawing/2014/main" id="{8235AC8E-B5B5-1F1D-B78B-959EA72187AF}"/>
              </a:ext>
            </a:extLst>
          </p:cNvPr>
          <p:cNvPicPr>
            <a:picLocks noChangeAspect="1"/>
          </p:cNvPicPr>
          <p:nvPr/>
        </p:nvPicPr>
        <p:blipFill>
          <a:blip r:embed="rId3"/>
          <a:stretch>
            <a:fillRect/>
          </a:stretch>
        </p:blipFill>
        <p:spPr>
          <a:xfrm>
            <a:off x="7254729" y="4051431"/>
            <a:ext cx="3123819" cy="2161571"/>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p:txBody>
          <a:bodyPr/>
          <a:lstStyle/>
          <a:p>
            <a:r>
              <a:rPr lang="nb-NO" dirty="0"/>
              <a:t>Goals &amp; </a:t>
            </a:r>
            <a:r>
              <a:rPr lang="nb-NO" dirty="0" err="1"/>
              <a:t>Actions</a:t>
            </a:r>
            <a:endParaRPr lang="nb-NO" dirty="0"/>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p:txBody>
          <a:bodyPr/>
          <a:lstStyle/>
          <a:p>
            <a:r>
              <a:rPr lang="en-US" dirty="0"/>
              <a:t>Goals</a:t>
            </a:r>
            <a:endParaRPr lang="nb-NO" dirty="0"/>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839788" y="2505075"/>
            <a:ext cx="5157787" cy="3987800"/>
          </a:xfrm>
        </p:spPr>
        <p:txBody>
          <a:bodyPr>
            <a:normAutofit fontScale="400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p:txBody>
          <a:bodyPr/>
          <a:lstStyle/>
          <a:p>
            <a:r>
              <a:rPr lang="en-US" dirty="0"/>
              <a:t>Actions</a:t>
            </a:r>
            <a:endParaRPr lang="nb-NO" dirty="0"/>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172200" y="2505075"/>
            <a:ext cx="5183188" cy="4211984"/>
          </a:xfrm>
        </p:spPr>
        <p:txBody>
          <a:bodyPr>
            <a:noAutofit/>
          </a:bodyPr>
          <a:lstStyle/>
          <a:p>
            <a:pPr>
              <a:lnSpc>
                <a:spcPct val="120000"/>
              </a:lnSpc>
            </a:pPr>
            <a:r>
              <a:rPr lang="nb-NO" sz="900" b="1" dirty="0" err="1"/>
              <a:t>Increase</a:t>
            </a:r>
            <a:r>
              <a:rPr lang="nb-NO" sz="900" b="1" dirty="0"/>
              <a:t> Conversion Rates:</a:t>
            </a:r>
          </a:p>
          <a:p>
            <a:pPr lvl="1">
              <a:lnSpc>
                <a:spcPct val="120000"/>
              </a:lnSpc>
            </a:pPr>
            <a:r>
              <a:rPr lang="en-US" sz="900" u="sng" dirty="0"/>
              <a:t>Target High-Performing Product Categories</a:t>
            </a:r>
            <a:r>
              <a:rPr lang="en-US" sz="900" dirty="0"/>
              <a:t>: Focus marketing efforts on products with demonstrated high conversion rates, such as Kayaks, Ski Boots, and Baseball Gloves. Implement seasonal promotions or personalized campaigns during peak months (e.g., January and September) to capitalize on these trends.</a:t>
            </a:r>
          </a:p>
          <a:p>
            <a:pPr lvl="1">
              <a:lnSpc>
                <a:spcPct val="120000"/>
              </a:lnSpc>
            </a:pPr>
            <a:endParaRPr lang="nb-NO" sz="900" dirty="0"/>
          </a:p>
          <a:p>
            <a:pPr>
              <a:lnSpc>
                <a:spcPct val="120000"/>
              </a:lnSpc>
            </a:pPr>
            <a:r>
              <a:rPr lang="nb-NO" sz="900" b="1" dirty="0" err="1"/>
              <a:t>Enhance</a:t>
            </a:r>
            <a:r>
              <a:rPr lang="nb-NO" sz="900" b="1" dirty="0"/>
              <a:t> </a:t>
            </a:r>
            <a:r>
              <a:rPr lang="nb-NO" sz="900" b="1" dirty="0" err="1"/>
              <a:t>Customer</a:t>
            </a:r>
            <a:r>
              <a:rPr lang="nb-NO" sz="900" b="1" dirty="0"/>
              <a:t> </a:t>
            </a:r>
            <a:r>
              <a:rPr lang="nb-NO" sz="900" b="1" dirty="0" err="1"/>
              <a:t>Engagement</a:t>
            </a:r>
            <a:r>
              <a:rPr lang="nb-NO" sz="900" b="1" dirty="0"/>
              <a:t>:</a:t>
            </a:r>
          </a:p>
          <a:p>
            <a:pPr lvl="1">
              <a:lnSpc>
                <a:spcPct val="120000"/>
              </a:lnSpc>
            </a:pPr>
            <a:r>
              <a:rPr lang="en-US" sz="900"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900" dirty="0"/>
          </a:p>
          <a:p>
            <a:pPr>
              <a:lnSpc>
                <a:spcPct val="120000"/>
              </a:lnSpc>
            </a:pPr>
            <a:r>
              <a:rPr lang="nb-NO" sz="900" b="1" dirty="0" err="1"/>
              <a:t>Improve</a:t>
            </a:r>
            <a:r>
              <a:rPr lang="nb-NO" sz="900" b="1" dirty="0"/>
              <a:t> </a:t>
            </a:r>
            <a:r>
              <a:rPr lang="nb-NO" sz="900" b="1" dirty="0" err="1"/>
              <a:t>Customer</a:t>
            </a:r>
            <a:r>
              <a:rPr lang="nb-NO" sz="900" b="1" dirty="0"/>
              <a:t> Feedback Scores:</a:t>
            </a:r>
          </a:p>
          <a:p>
            <a:pPr lvl="1">
              <a:lnSpc>
                <a:spcPct val="120000"/>
              </a:lnSpc>
            </a:pPr>
            <a:r>
              <a:rPr lang="en-US" sz="900" u="sng" dirty="0"/>
              <a:t>Address Mixed and Negative Feedback: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132</TotalTime>
  <Words>787</Words>
  <Application>Microsoft Office PowerPoint</Application>
  <PresentationFormat>Widescreen</PresentationFormat>
  <Paragraphs>51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Data Presentation</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Supratim Mukherjee</cp:lastModifiedBy>
  <cp:revision>2</cp:revision>
  <dcterms:created xsi:type="dcterms:W3CDTF">2024-09-03T15:16:05Z</dcterms:created>
  <dcterms:modified xsi:type="dcterms:W3CDTF">2026-06-11T18:05:38Z</dcterms:modified>
</cp:coreProperties>
</file>